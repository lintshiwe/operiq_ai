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0A37F"/>
                </a:solidFill>
              </a:defRPr>
            </a:pPr>
            <a:r>
              <a:t>Operiq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F3F46"/>
                </a:solidFill>
              </a:defRPr>
            </a:pPr>
            <a:r>
              <a:t>Workplace Productivity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71717A"/>
                </a:solidFill>
              </a:defRPr>
            </a:pPr>
            <a:r>
              <a:t>AI-powered platform for professionals: email drafting, meeting summaries, task planning, research, and intelligent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v2.0.0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Professionals spend up to 60% of their time on administrative and communication tasks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Repetitive activities: drafting emails, summarizing meetings, planning schedules, researching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These tasks divert attention from strategic work and creative problem-solving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Result: reduced productivity, delayed decision-making, professional burnout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Operiq AI solves this by automating and accelerating repetitive workplace tasks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Leveraging large language models and intelligent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Smart Email Generator - Professional emails with tone/audience adaptation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Meeting Notes Summarizer - Key points, decisions, action items extraction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 Task Planner - Structured daily/weekly plans with prioritization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 Research Assistant - Article summarization with key insights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 Chatbot Interface - Interactive multi-turn workplace assistant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All powered by advanced AI models with prompt engineering and responsible AI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Netlify CDN + Edge Functions - Global deployment, request routing, security headers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Convex Serverless Backend - Real-time database, ACID transactions, built-in auth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 Providers - OpenAI-compatible gateway, Hugging Face (images/video), ElevenLabs (voice)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External Services - Resend (email), DuckDuckGo (web search)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Architecture diagram available in documentation</a:t>
            </a:r>
          </a:p>
        </p:txBody>
      </p:sp>
      <p:pic>
        <p:nvPicPr>
          <p:cNvPr id="5" name="Picture 4" descr="operiq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11247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Frontend: React 19 + TanStack Start + Tailwind CSS v4 + shadcn/ui + lucide-react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State: Convex useQuery (real-time reactive) + React useState (UI) + @convex-dev/auth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Backend: Convex modules - schema, users, emailDrafts, summaries, plans, analyses, billing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Tool System: Registry-based with web_search, fetch_url, generate_image, generate_video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Agent Mode: ReAct loop with multi-step reasoning and tool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Model Routing: Task type determines model and provider selection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Prompt Assembly: System instructions + user context + output format + guardrails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Generation: Streaming responses with real-time display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Post-processing: Validation, markdown rendering, disclaimer injection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Provider Mix: OpenAI-compatible gateway, Hugging Face, ElevenLabs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Tool Integration: Agents can search web, fetch URLs, generate images/video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System Instructions: Define persona, output format, boundaries, and tone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Context Injection: User-provided data clearly delineated from system instructions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Output Guardrails: Structured formats, validation checks, anti-hallucination rules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Email Prompt: Professional tone, audience-aware, no fabricated information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Meeting Prompt: Extract decisions, action items with assignees, deadlines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Planner Prompt: Time-optimized schedules with Eisenhower Matrix prioritization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Research Prompt: Key insights extraction, complexity simplification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Bias Mitigation - Neutrality instructions in all prompts, output monitoring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Data Privacy - AI providers configured to never train on user data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Disclaimers - Every AI output includes review reminder and AI-generated label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Rate Limiting - Free tier: 50 AI requests/day; Pro/Enterprise: higher limits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Transparency - Clear labeling of AI-generated content throughout the platform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DevTools Protection - Production-only guard against casual code inspection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Evaluation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Problem Relevance (20%) - Addresses real workplace productivity challenges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Prompt Engineering (25%) - Structured, tested, refined prompts with guardrails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Functionality Accuracy (25%) - AI-powered features with validation checks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Innovation (15%) - Multi-agent loop, voice TTS/STT, image/video generation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Responsible AI (10%) - Bias detection, privacy safeguards, disclaimers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Presentation Clarity (5%) - Professional documentation with architecture diagrams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AI/ML: OpenAI API, Hugging Face (FLUX, HunyuanVideo), ElevenLabs (TTS/STT)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Frontend: React 19, TanStack Start/Router, Tailwind CSS v4, shadcn/ui, lucide-react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Backend: Convex (real-time DB, auth, file storage), TypeScript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Infrastructure: Netlify (CDN, Edge Functions, serverless), Vite, Bun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External: Resend (email delivery), DuckDuckGo (web search), Stripe (demo billing)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Tool System: Registry-based agent tools (web_search, fetch_url, generate_image)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Sample Prompts &amp;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Email: Input 'Update to John (Manager), Professional tone'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  Output: Subject line, greeting, status update, next steps, closing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Meeting Summary: Input '30-min team sync: Q2 roadmap, hiring, sprint retro'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  Output: Key Decisions, Action Items (with assignees), Discussion Highlights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Research: Input 'Summarize market trends in AI productivity tools 2025'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  Output: Executive summary, key trends, competitive landscape,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SSR Auth: TanStack Start SSR + Convex auth. Solved with ConvexAuthProvider + AuthGate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AI Streaming: AI SDK streaming with custom tools. Solved with streamText + maxSteps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Netlify Deploy: Env vars in Workers. Solved with .server.ts request-time pattern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Multi-Provider: Multiple AI providers. Solved with unified interface + model mapping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Usage Tracking: Real-time without blocking. Solved with fire-and-forget mutations</a:t>
            </a:r>
          </a:p>
          <a:p>
            <a:pPr>
              <a:spcAft>
                <a:spcPts val="600"/>
              </a:spcAft>
              <a:defRPr sz="1600">
                <a:solidFill>
                  <a:srgbClr val="3F3F46"/>
                </a:solidFill>
              </a:defRPr>
            </a:pPr>
            <a:r>
              <a:t>Billing Reset: Period-based limits. Solved with auto-reset on period expiry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0A37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F3F46"/>
                </a:solidFill>
              </a:defRPr>
            </a:pPr>
            <a:r>
              <a:t>Operiq AI - Workplace Productivity, Reimagined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71717A"/>
                </a:solidFill>
              </a:defRPr>
            </a:pPr>
            <a:r>
              <a:t>operiq.ai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